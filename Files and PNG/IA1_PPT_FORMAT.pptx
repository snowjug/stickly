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commentAuthors.xml" ContentType="application/vnd.openxmlformats-officedocument.presentationml.commentAuthor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theme/theme9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24"/>
  </p:notesMasterIdLst>
  <p:handoutMasterIdLst>
    <p:handoutMasterId r:id="rId25"/>
  </p:handoutMasterIdLst>
  <p:sldIdLst>
    <p:sldId id="571" r:id="rId13"/>
    <p:sldId id="653" r:id="rId14"/>
    <p:sldId id="654" r:id="rId15"/>
    <p:sldId id="646" r:id="rId16"/>
    <p:sldId id="633" r:id="rId17"/>
    <p:sldId id="634" r:id="rId18"/>
    <p:sldId id="635" r:id="rId19"/>
    <p:sldId id="636" r:id="rId20"/>
    <p:sldId id="647" r:id="rId21"/>
    <p:sldId id="639" r:id="rId22"/>
    <p:sldId id="603" r:id="rId23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  <p:cmAuthor id="2" name="REVA00263" initials="R" lastIdx="2" clrIdx="1">
    <p:extLst>
      <p:ext uri="{19B8F6BF-5375-455C-9EA6-DF929625EA0E}">
        <p15:presenceInfo xmlns:p15="http://schemas.microsoft.com/office/powerpoint/2012/main" xmlns="" userId="S-1-5-21-393838237-193648452-3430637-250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F9950F"/>
    <a:srgbClr val="4C5252"/>
    <a:srgbClr val="A5A5A5"/>
    <a:srgbClr val="E7E6E6"/>
    <a:srgbClr val="48367D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1129" autoAdjust="0"/>
    <p:restoredTop sz="86391"/>
  </p:normalViewPr>
  <p:slideViewPr>
    <p:cSldViewPr>
      <p:cViewPr varScale="1">
        <p:scale>
          <a:sx n="73" d="100"/>
          <a:sy n="73" d="100"/>
        </p:scale>
        <p:origin x="-780" y="-102"/>
      </p:cViewPr>
      <p:guideLst>
        <p:guide orient="horz" pos="2160"/>
        <p:guide orient="horz"/>
        <p:guide pos="384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18/03/2025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18/03/2025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xmlns="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xmlns="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xmlns="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xmlns="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xmlns="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xmlns="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xmlns="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xmlns="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xmlns="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xmlns="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A03AB4-FF89-4D40-9C79-40AF471CBA78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7225CC-5E7B-4024-9AFE-5D5F5B5A8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4283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xmlns="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xmlns="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34062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xmlns="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347756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234062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347756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33335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237723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xmlns="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7325709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xmlns="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xmlns="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xmlns="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xmlns="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xmlns="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xmlns="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58304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xmlns="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xmlns="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25470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23146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185102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xmlns="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xmlns="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xmlns="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048283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xmlns="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xmlns="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xmlns="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xmlns="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860595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  <p:sldLayoutId id="214748401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05200"/>
            <a:ext cx="9067800" cy="997766"/>
          </a:xfrm>
        </p:spPr>
        <p:txBody>
          <a:bodyPr/>
          <a:lstStyle/>
          <a:p>
            <a:r>
              <a:rPr lang="en-US" dirty="0"/>
              <a:t>         Minor Project – IA1</a:t>
            </a:r>
            <a:br>
              <a:rPr lang="en-US" dirty="0"/>
            </a:br>
            <a:r>
              <a:rPr lang="en-US" dirty="0"/>
              <a:t>   </a:t>
            </a:r>
            <a:r>
              <a:rPr lang="en-US" sz="3000" dirty="0"/>
              <a:t>Master of </a:t>
            </a:r>
            <a:r>
              <a:rPr lang="en-US" sz="3000" dirty="0" smtClean="0"/>
              <a:t>Computer Applications- MCA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en-US" sz="3000" dirty="0"/>
              <a:t/>
            </a:r>
            <a:br>
              <a:rPr lang="en-US" sz="3000" dirty="0"/>
            </a:br>
            <a:r>
              <a:rPr lang="en-US" sz="3000" dirty="0"/>
              <a:t>    III Semester – </a:t>
            </a:r>
            <a:r>
              <a:rPr lang="en-US" sz="3000" dirty="0" smtClean="0"/>
              <a:t>2025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5334000"/>
            <a:ext cx="9448800" cy="990600"/>
          </a:xfrm>
        </p:spPr>
        <p:txBody>
          <a:bodyPr/>
          <a:lstStyle/>
          <a:p>
            <a:r>
              <a:rPr lang="en-US" dirty="0"/>
              <a:t>School of Computer Science and Applications </a:t>
            </a:r>
          </a:p>
        </p:txBody>
      </p:sp>
      <p:pic>
        <p:nvPicPr>
          <p:cNvPr id="5" name="Picture 7" descr="C:\Users\Admin\Downloads\Engineering-&amp;-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1200" y="2959649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717" y="3810000"/>
            <a:ext cx="9067800" cy="769166"/>
          </a:xfrm>
        </p:spPr>
        <p:txBody>
          <a:bodyPr/>
          <a:lstStyle/>
          <a:p>
            <a:r>
              <a:rPr lang="en-US" dirty="0"/>
              <a:t>            &lt;Title of the project&gt;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4438917"/>
            <a:ext cx="8763000" cy="990600"/>
          </a:xfrm>
        </p:spPr>
        <p:txBody>
          <a:bodyPr/>
          <a:lstStyle/>
          <a:p>
            <a:r>
              <a:rPr lang="en-US" dirty="0"/>
              <a:t>Presented by : &lt; Name&gt;</a:t>
            </a:r>
          </a:p>
          <a:p>
            <a:r>
              <a:rPr lang="en-US" dirty="0"/>
              <a:t>Under the Guidance of:  &lt; Guide Name&gt;</a:t>
            </a:r>
          </a:p>
        </p:txBody>
      </p:sp>
      <p:pic>
        <p:nvPicPr>
          <p:cNvPr id="5" name="Picture 7" descr="C:\Users\Admin\Downloads\Engineering-&amp;-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1200" y="2959649"/>
            <a:ext cx="19050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6054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0179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body" sz="quarter" idx="17"/>
          </p:nvPr>
        </p:nvSpPr>
        <p:spPr>
          <a:xfrm>
            <a:off x="1524000" y="988381"/>
            <a:ext cx="11052326" cy="47244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Abstract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Introduction   </a:t>
            </a:r>
          </a:p>
          <a:p>
            <a:pPr marL="242888" lvl="1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7200" dirty="0"/>
              <a:t>	I.  Problem Statement </a:t>
            </a:r>
          </a:p>
          <a:p>
            <a:pPr marL="242888" lvl="1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7200" dirty="0"/>
              <a:t>	II. Motivation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System Requirements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Architecture Diagram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Literature Review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/>
              <a:t>Data Collection / Dataset </a:t>
            </a:r>
            <a:r>
              <a:rPr lang="en-US" sz="7200" dirty="0"/>
              <a:t>Description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Gantt Chart / Project Timeline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8360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043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19965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9174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81706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5375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1810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REVISED TEMPLATE-1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916671-0E7D-4594-8037-60C70BF44351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TEMPLATE-1</Template>
  <TotalTime>941</TotalTime>
  <Words>45</Words>
  <Application>Microsoft Office PowerPoint</Application>
  <PresentationFormat>Custom</PresentationFormat>
  <Paragraphs>26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REVA REVISED TEMPLATE-1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         Minor Project – IA1    Master of Computer Applications- MCA      III Semester – 2025        </vt:lpstr>
      <vt:lpstr>            &lt;Title of the project&gt;            </vt:lpstr>
      <vt:lpstr>Outline</vt:lpstr>
      <vt:lpstr>Slide 4</vt:lpstr>
      <vt:lpstr>Slide 5</vt:lpstr>
      <vt:lpstr>Slide 6</vt:lpstr>
      <vt:lpstr>Slide 7</vt:lpstr>
      <vt:lpstr>Slide 8</vt:lpstr>
      <vt:lpstr>Slide 9</vt:lpstr>
      <vt:lpstr>Slide 10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girija</dc:creator>
  <cp:lastModifiedBy>Dr.manju</cp:lastModifiedBy>
  <cp:revision>253</cp:revision>
  <cp:lastPrinted>2018-09-28T07:11:06Z</cp:lastPrinted>
  <dcterms:created xsi:type="dcterms:W3CDTF">2020-08-17T03:18:34Z</dcterms:created>
  <dcterms:modified xsi:type="dcterms:W3CDTF">2025-03-18T17:16:20Z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